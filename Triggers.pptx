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9" r:id="rId14"/>
    <p:sldId id="267" r:id="rId15"/>
    <p:sldId id="268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6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20/11/2019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 smtClean="0"/>
              <a:t>Triggers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Desencadenadores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 smtClean="0"/>
              <a:t>Creating Triggers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CREATE TRIGGER TriggerName ON TableName</a:t>
            </a:r>
          </a:p>
          <a:p>
            <a:r>
              <a:rPr lang="es-MX" dirty="0" smtClean="0"/>
              <a:t>AFTER Insert, Update Delete</a:t>
            </a:r>
          </a:p>
          <a:p>
            <a:r>
              <a:rPr lang="es-MX" dirty="0" smtClean="0"/>
              <a:t>AS</a:t>
            </a:r>
          </a:p>
          <a:p>
            <a:r>
              <a:rPr lang="es-MX" dirty="0" smtClean="0"/>
              <a:t>Trigger Code</a:t>
            </a:r>
          </a:p>
          <a:p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 smtClean="0"/>
              <a:t>Trigger Limitations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 smtClean="0"/>
              <a:t>Owing to the nature of triggers (code attached to tables), they have a few limitations. The</a:t>
            </a:r>
          </a:p>
          <a:p>
            <a:r>
              <a:rPr lang="es-MX" dirty="0" smtClean="0"/>
              <a:t>following SQL commands are not permitted within a trigger:</a:t>
            </a:r>
          </a:p>
          <a:p>
            <a:r>
              <a:rPr lang="es-MX" dirty="0" smtClean="0"/>
              <a:t>✦ Create, alter, or drop database</a:t>
            </a:r>
          </a:p>
          <a:p>
            <a:r>
              <a:rPr lang="es-MX" dirty="0" smtClean="0"/>
              <a:t>✦ Reconfigure</a:t>
            </a:r>
          </a:p>
          <a:p>
            <a:r>
              <a:rPr lang="es-MX" dirty="0" smtClean="0"/>
              <a:t>✦ Restore database or log</a:t>
            </a:r>
          </a:p>
          <a:p>
            <a:r>
              <a:rPr lang="es-MX" dirty="0" smtClean="0"/>
              <a:t>✦ Disk resize</a:t>
            </a:r>
          </a:p>
          <a:p>
            <a:r>
              <a:rPr lang="es-MX" dirty="0" smtClean="0"/>
              <a:t>✦ Disk init</a:t>
            </a:r>
          </a:p>
          <a:p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 smtClean="0"/>
              <a:t>Disabling Triggers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To temporarily turn off a trigger, use the alter table DDL command with the enable trigger or disable trigger option:</a:t>
            </a:r>
          </a:p>
          <a:p>
            <a:endParaRPr lang="es-MX" dirty="0" smtClean="0"/>
          </a:p>
          <a:p>
            <a:r>
              <a:rPr lang="es-MX" dirty="0" smtClean="0"/>
              <a:t>ALTER TABLE TableName ENABLE </a:t>
            </a:r>
          </a:p>
          <a:p>
            <a:pPr>
              <a:buNone/>
            </a:pPr>
            <a:r>
              <a:rPr lang="es-MX" dirty="0" smtClean="0"/>
              <a:t>	or </a:t>
            </a:r>
          </a:p>
          <a:p>
            <a:r>
              <a:rPr lang="es-MX" dirty="0" smtClean="0"/>
              <a:t>DISABLE TRIGGER TriggerName on tableName</a:t>
            </a:r>
          </a:p>
          <a:p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Sample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CREATE TRIGGER TriggerOne ON Person</a:t>
            </a:r>
          </a:p>
          <a:p>
            <a:r>
              <a:rPr lang="es-MX" b="1" dirty="0" smtClean="0"/>
              <a:t>AFTER Insert</a:t>
            </a:r>
          </a:p>
          <a:p>
            <a:r>
              <a:rPr lang="es-MX" dirty="0" smtClean="0"/>
              <a:t>AS</a:t>
            </a:r>
          </a:p>
          <a:p>
            <a:r>
              <a:rPr lang="es-MX" b="1" dirty="0" smtClean="0"/>
              <a:t>PRINT ‘In the After Trigger’</a:t>
            </a:r>
          </a:p>
          <a:p>
            <a:pPr>
              <a:buNone/>
            </a:pP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Tablas de los Triggers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Las instrucciones de triggers DML utilizan dos tablas especiales denominadas </a:t>
            </a:r>
            <a:r>
              <a:rPr lang="es-MX" b="1" dirty="0" smtClean="0"/>
              <a:t>inserted</a:t>
            </a:r>
            <a:r>
              <a:rPr lang="es-MX" dirty="0" smtClean="0"/>
              <a:t> y </a:t>
            </a:r>
            <a:r>
              <a:rPr lang="es-MX" b="1" dirty="0" smtClean="0"/>
              <a:t>deleted</a:t>
            </a:r>
            <a:r>
              <a:rPr lang="es-MX" dirty="0" smtClean="0"/>
              <a:t>. SQL </a:t>
            </a:r>
            <a:r>
              <a:rPr lang="es-MX" smtClean="0"/>
              <a:t>Server  </a:t>
            </a:r>
            <a:r>
              <a:rPr lang="es-MX" dirty="0" smtClean="0"/>
              <a:t>crea y administra automáticamente ambas tablas. La estructura de las tablas </a:t>
            </a:r>
            <a:r>
              <a:rPr lang="es-MX" b="1" dirty="0" smtClean="0"/>
              <a:t>inserted</a:t>
            </a:r>
            <a:r>
              <a:rPr lang="es-MX" dirty="0" smtClean="0"/>
              <a:t> y </a:t>
            </a:r>
            <a:r>
              <a:rPr lang="es-MX" b="1" dirty="0" smtClean="0"/>
              <a:t>deleted</a:t>
            </a:r>
            <a:r>
              <a:rPr lang="es-MX" dirty="0" smtClean="0"/>
              <a:t> es la misma que tiene la tabla que ha desencadenado la ejecución del trigger.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La primera tabla (</a:t>
            </a:r>
            <a:r>
              <a:rPr lang="es-MX" b="1" dirty="0" smtClean="0"/>
              <a:t>inserted</a:t>
            </a:r>
            <a:r>
              <a:rPr lang="es-MX" dirty="0" smtClean="0"/>
              <a:t>) 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solo está disponible en las operaciones INSERT y UPDATE y en ella están los valores resultantes despues de la inserción o actualización. Es decir, los datos insertados. </a:t>
            </a:r>
            <a:r>
              <a:rPr lang="es-MX" b="1" dirty="0" smtClean="0"/>
              <a:t>Inserted</a:t>
            </a:r>
            <a:r>
              <a:rPr lang="es-MX" dirty="0" smtClean="0"/>
              <a:t> estará vacia en una operación DELETE.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la segunda (</a:t>
            </a:r>
            <a:r>
              <a:rPr lang="es-MX" b="1" dirty="0" smtClean="0"/>
              <a:t>deleted</a:t>
            </a:r>
            <a:r>
              <a:rPr lang="es-MX" dirty="0" smtClean="0"/>
              <a:t>), 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Disponible en las operaciones UPDATE y DELETE, están los valores anteriores a la ejecución de la actualización o borrado. Es decir, los datos que serán borrados. </a:t>
            </a:r>
            <a:r>
              <a:rPr lang="es-MX" b="1" dirty="0" smtClean="0"/>
              <a:t>Deleted </a:t>
            </a:r>
            <a:r>
              <a:rPr lang="es-MX" dirty="0" smtClean="0"/>
              <a:t>estará vacia en una operacion INSERT.</a:t>
            </a:r>
          </a:p>
          <a:p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trigger </a:t>
            </a:r>
            <a:r>
              <a:rPr lang="en-US" dirty="0" err="1"/>
              <a:t>check_update</a:t>
            </a:r>
            <a:r>
              <a:rPr lang="en-US" dirty="0"/>
              <a:t> on </a:t>
            </a:r>
            <a:r>
              <a:rPr lang="en-US" dirty="0" err="1"/>
              <a:t>alumnos</a:t>
            </a:r>
            <a:endParaRPr lang="en-US" dirty="0"/>
          </a:p>
          <a:p>
            <a:r>
              <a:rPr lang="en-US" dirty="0"/>
              <a:t>after update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SET NOCOUNT ON</a:t>
            </a:r>
          </a:p>
          <a:p>
            <a:r>
              <a:rPr lang="en-US" dirty="0"/>
              <a:t>	select * from </a:t>
            </a:r>
            <a:r>
              <a:rPr lang="en-US" dirty="0" err="1"/>
              <a:t>alumnos</a:t>
            </a:r>
            <a:endParaRPr lang="en-US" dirty="0"/>
          </a:p>
          <a:p>
            <a:r>
              <a:rPr lang="en-US" dirty="0"/>
              <a:t>	select * from deleted</a:t>
            </a:r>
          </a:p>
          <a:p>
            <a:r>
              <a:rPr lang="en-US" dirty="0"/>
              <a:t>	select * from inserted</a:t>
            </a:r>
          </a:p>
          <a:p>
            <a:r>
              <a:rPr lang="en-US" dirty="0"/>
              <a:t>end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039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b="1" dirty="0" smtClean="0"/>
              <a:t>CREATE</a:t>
            </a:r>
            <a:r>
              <a:rPr lang="es-MX" dirty="0" smtClean="0"/>
              <a:t> </a:t>
            </a:r>
            <a:r>
              <a:rPr lang="es-MX" b="1" dirty="0" smtClean="0"/>
              <a:t>TRIGGER</a:t>
            </a:r>
            <a:r>
              <a:rPr lang="es-MX" dirty="0" smtClean="0"/>
              <a:t> existencias </a:t>
            </a:r>
            <a:r>
              <a:rPr lang="es-MX" b="1" dirty="0" smtClean="0"/>
              <a:t>ON</a:t>
            </a:r>
            <a:r>
              <a:rPr lang="es-MX" dirty="0" smtClean="0"/>
              <a:t> articulos</a:t>
            </a:r>
          </a:p>
          <a:p>
            <a:r>
              <a:rPr lang="es-MX" dirty="0" smtClean="0"/>
              <a:t>AFTER </a:t>
            </a:r>
            <a:r>
              <a:rPr lang="es-MX" b="1" dirty="0" smtClean="0"/>
              <a:t>UPDATE</a:t>
            </a:r>
            <a:endParaRPr lang="es-MX" dirty="0" smtClean="0"/>
          </a:p>
          <a:p>
            <a:r>
              <a:rPr lang="es-MX" b="1" dirty="0" smtClean="0"/>
              <a:t>AS</a:t>
            </a:r>
            <a:r>
              <a:rPr lang="es-MX" dirty="0" smtClean="0"/>
              <a:t> </a:t>
            </a:r>
          </a:p>
          <a:p>
            <a:r>
              <a:rPr lang="es-MX" b="1" dirty="0" smtClean="0"/>
              <a:t>BEGIN</a:t>
            </a:r>
            <a:endParaRPr lang="es-MX" dirty="0" smtClean="0"/>
          </a:p>
          <a:p>
            <a:r>
              <a:rPr lang="es-MX" b="1" dirty="0" smtClean="0"/>
              <a:t>SET</a:t>
            </a:r>
            <a:r>
              <a:rPr lang="es-MX" dirty="0" smtClean="0"/>
              <a:t> </a:t>
            </a:r>
            <a:r>
              <a:rPr lang="es-MX" b="1" dirty="0" smtClean="0"/>
              <a:t>NOCOUNT</a:t>
            </a:r>
            <a:r>
              <a:rPr lang="es-MX" dirty="0" smtClean="0"/>
              <a:t> </a:t>
            </a:r>
            <a:r>
              <a:rPr lang="es-MX" b="1" dirty="0" smtClean="0"/>
              <a:t>ON</a:t>
            </a:r>
            <a:r>
              <a:rPr lang="es-MX" dirty="0" smtClean="0"/>
              <a:t>;</a:t>
            </a:r>
          </a:p>
          <a:p>
            <a:r>
              <a:rPr lang="es-MX" dirty="0" smtClean="0"/>
              <a:t>Declare  @x int</a:t>
            </a:r>
          </a:p>
          <a:p>
            <a:r>
              <a:rPr lang="es-MX" b="1" dirty="0" smtClean="0"/>
              <a:t>SELECT</a:t>
            </a:r>
            <a:r>
              <a:rPr lang="es-MX" dirty="0" smtClean="0"/>
              <a:t>  @x=existencias </a:t>
            </a:r>
            <a:r>
              <a:rPr lang="es-MX" b="1" dirty="0" smtClean="0"/>
              <a:t>FROM</a:t>
            </a:r>
            <a:r>
              <a:rPr lang="es-MX" dirty="0" smtClean="0"/>
              <a:t> INSERTED</a:t>
            </a:r>
          </a:p>
          <a:p>
            <a:r>
              <a:rPr lang="es-MX" dirty="0" smtClean="0"/>
              <a:t>If @x</a:t>
            </a:r>
            <a:r>
              <a:rPr lang="en-US" dirty="0" smtClean="0"/>
              <a:t>&lt;0 </a:t>
            </a:r>
          </a:p>
          <a:p>
            <a:pPr lvl="1"/>
            <a:r>
              <a:rPr lang="en-US" dirty="0" smtClean="0"/>
              <a:t>Rollback</a:t>
            </a:r>
          </a:p>
          <a:p>
            <a:pPr lvl="1"/>
            <a:r>
              <a:rPr lang="en-US" dirty="0" smtClean="0"/>
              <a:t>Else</a:t>
            </a:r>
          </a:p>
          <a:p>
            <a:pPr lvl="2"/>
            <a:r>
              <a:rPr lang="en-US" dirty="0" smtClean="0"/>
              <a:t>Print </a:t>
            </a:r>
            <a:endParaRPr lang="es-MX" dirty="0" smtClean="0"/>
          </a:p>
          <a:p>
            <a:r>
              <a:rPr lang="es-MX" b="1" dirty="0" smtClean="0"/>
              <a:t>END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14974"/>
          </a:xfrm>
        </p:spPr>
        <p:txBody>
          <a:bodyPr>
            <a:normAutofit fontScale="85000" lnSpcReduction="20000"/>
          </a:bodyPr>
          <a:lstStyle/>
          <a:p>
            <a:r>
              <a:rPr lang="es-MX" dirty="0" smtClean="0"/>
              <a:t>Create trigger borrar on articulos</a:t>
            </a:r>
          </a:p>
          <a:p>
            <a:r>
              <a:rPr lang="es-MX" dirty="0" smtClean="0"/>
              <a:t>after delete</a:t>
            </a:r>
          </a:p>
          <a:p>
            <a:r>
              <a:rPr lang="es-MX" dirty="0" smtClean="0"/>
              <a:t>as</a:t>
            </a:r>
          </a:p>
          <a:p>
            <a:r>
              <a:rPr lang="es-MX" dirty="0" smtClean="0"/>
              <a:t>begin</a:t>
            </a:r>
          </a:p>
          <a:p>
            <a:r>
              <a:rPr lang="es-MX" dirty="0" smtClean="0"/>
              <a:t>SET NOCOUNT ON</a:t>
            </a:r>
          </a:p>
          <a:p>
            <a:r>
              <a:rPr lang="es-MX" dirty="0" smtClean="0"/>
              <a:t>	declare @x int</a:t>
            </a:r>
          </a:p>
          <a:p>
            <a:r>
              <a:rPr lang="es-MX" dirty="0" smtClean="0"/>
              <a:t>	select @x=existencias from deleted</a:t>
            </a:r>
          </a:p>
          <a:p>
            <a:r>
              <a:rPr lang="es-MX" dirty="0" smtClean="0"/>
              <a:t>	if @x&gt;0 </a:t>
            </a:r>
          </a:p>
          <a:p>
            <a:r>
              <a:rPr lang="es-MX" dirty="0" smtClean="0"/>
              <a:t>		begin</a:t>
            </a:r>
          </a:p>
          <a:p>
            <a:r>
              <a:rPr lang="es-MX" dirty="0" smtClean="0"/>
              <a:t>			rollback</a:t>
            </a:r>
          </a:p>
          <a:p>
            <a:r>
              <a:rPr lang="es-MX" dirty="0" smtClean="0"/>
              <a:t>		end</a:t>
            </a:r>
          </a:p>
          <a:p>
            <a:r>
              <a:rPr lang="es-MX" dirty="0" smtClean="0"/>
              <a:t>end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Ejemplo de Desactivar un desencadenador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smtClean="0"/>
              <a:t>disable trigger borrar on articulos</a:t>
            </a:r>
          </a:p>
          <a:p>
            <a:endParaRPr lang="es-MX" dirty="0" smtClean="0"/>
          </a:p>
          <a:p>
            <a:endParaRPr lang="es-MX" dirty="0" smtClean="0"/>
          </a:p>
          <a:p>
            <a:r>
              <a:rPr lang="es-MX" dirty="0" smtClean="0"/>
              <a:t>disable trigger Agregar on Estados</a:t>
            </a:r>
          </a:p>
          <a:p>
            <a:endParaRPr lang="es-MX" dirty="0" smtClean="0"/>
          </a:p>
          <a:p>
            <a:r>
              <a:rPr lang="es-MX" dirty="0" smtClean="0"/>
              <a:t>ACTIVAR	</a:t>
            </a:r>
          </a:p>
          <a:p>
            <a:r>
              <a:rPr lang="es-MX" dirty="0" smtClean="0"/>
              <a:t>ENABLE TRIGGER Desencadenador1 </a:t>
            </a:r>
            <a:r>
              <a:rPr lang="es-MX" dirty="0" err="1" smtClean="0"/>
              <a:t>on</a:t>
            </a:r>
            <a:r>
              <a:rPr lang="es-MX" dirty="0" smtClean="0"/>
              <a:t> Alumnos</a:t>
            </a:r>
          </a:p>
          <a:p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 de Borrar un trigger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DROP TRIGGER Agregar 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Sample: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ALTER TRIGGER Modificar ON Estados</a:t>
            </a:r>
          </a:p>
          <a:p>
            <a:r>
              <a:rPr lang="es-MX" b="1" dirty="0" smtClean="0"/>
              <a:t>AFTER Update</a:t>
            </a:r>
          </a:p>
          <a:p>
            <a:r>
              <a:rPr lang="es-MX" dirty="0" smtClean="0"/>
              <a:t>AS</a:t>
            </a:r>
          </a:p>
          <a:p>
            <a:r>
              <a:rPr lang="es-MX" dirty="0" smtClean="0"/>
              <a:t>Select  nom_edo from inserted</a:t>
            </a:r>
          </a:p>
          <a:p>
            <a:r>
              <a:rPr lang="es-MX" b="1" smtClean="0"/>
              <a:t>ROLLBACK</a:t>
            </a:r>
          </a:p>
          <a:p>
            <a:r>
              <a:rPr lang="es-MX" b="1" dirty="0" smtClean="0"/>
              <a:t>PRINT ‘All it’s OK’</a:t>
            </a:r>
          </a:p>
          <a:p>
            <a:endParaRPr lang="es-MX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Sample: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CREATE TRIGGER Agregar ON Estados</a:t>
            </a:r>
          </a:p>
          <a:p>
            <a:r>
              <a:rPr lang="es-MX" dirty="0" smtClean="0"/>
              <a:t>After Insert</a:t>
            </a:r>
          </a:p>
          <a:p>
            <a:r>
              <a:rPr lang="es-MX" dirty="0" smtClean="0"/>
              <a:t>AS</a:t>
            </a:r>
          </a:p>
          <a:p>
            <a:r>
              <a:rPr lang="es-MX" dirty="0" smtClean="0"/>
              <a:t>Print ‘Assembler  is very easy’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Desencadenadores en </a:t>
            </a:r>
            <a:r>
              <a:rPr lang="es-MX" dirty="0" err="1" smtClean="0"/>
              <a:t>mysql</a:t>
            </a:r>
            <a:endParaRPr lang="es-MX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878024"/>
            <a:ext cx="6661119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TRIGGER </a:t>
            </a:r>
            <a:r>
              <a:rPr kumimoji="0" lang="es-MX" altLang="es-MX" sz="3600" b="0" i="1" u="none" strike="noStrike" cap="none" normalizeH="0" baseline="0" dirty="0" err="1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nombre_disp</a:t>
            </a: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600" b="0" i="1" u="none" strike="noStrike" cap="none" normalizeH="0" baseline="0" dirty="0" err="1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momento_disp</a:t>
            </a: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MX" altLang="es-MX" sz="3600" b="0" i="1" u="none" strike="noStrike" cap="none" normalizeH="0" baseline="0" dirty="0" err="1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evento_disp</a:t>
            </a: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kumimoji="0" lang="es-MX" altLang="es-MX" sz="3600" b="0" i="1" u="none" strike="noStrike" cap="none" normalizeH="0" baseline="0" dirty="0" err="1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nombre_tabla</a:t>
            </a: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EACH ROW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s-MX" altLang="es-MX" sz="3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EGIN</a:t>
            </a:r>
            <a:endParaRPr kumimoji="0" lang="es-MX" altLang="es-MX" sz="3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600" b="0" i="1" u="none" strike="noStrike" cap="none" normalizeH="0" baseline="0" dirty="0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s-MX" altLang="es-MX" sz="3600" b="0" i="1" u="none" strike="noStrike" cap="none" normalizeH="0" baseline="0" dirty="0" err="1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sentencia_disp</a:t>
            </a: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2221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Tablas asociadas con el disparador</a:t>
            </a:r>
            <a:endParaRPr lang="es-MX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1" y="2093468"/>
            <a:ext cx="8291264" cy="35394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 err="1" smtClean="0">
                <a:ln>
                  <a:noFill/>
                </a:ln>
                <a:solidFill>
                  <a:srgbClr val="02678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OLD.</a:t>
            </a:r>
            <a:r>
              <a:rPr kumimoji="0" lang="es-MX" altLang="es-MX" sz="2800" b="0" i="1" u="none" strike="noStrike" cap="none" normalizeH="0" baseline="0" dirty="0" err="1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nombre_col</a:t>
            </a: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hace referencia a una columna de una fila existente, antes de ser actualizada o borrada.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 err="1" smtClean="0">
                <a:ln>
                  <a:noFill/>
                </a:ln>
                <a:solidFill>
                  <a:srgbClr val="02678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NEW.</a:t>
            </a:r>
            <a:r>
              <a:rPr kumimoji="0" lang="es-MX" altLang="es-MX" sz="2800" b="0" i="1" u="none" strike="noStrike" cap="none" normalizeH="0" baseline="0" dirty="0" err="1" smtClean="0">
                <a:ln>
                  <a:noFill/>
                </a:ln>
                <a:solidFill>
                  <a:srgbClr val="0E407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nombre_col</a:t>
            </a: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hace referencia a una columna en una nueva fila a punto de ser insertada,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en una fila existente luego de que fue actualizada.</a:t>
            </a:r>
            <a:r>
              <a:rPr kumimoji="0" lang="es-MX" altLang="es-MX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677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Ejemplo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delimiter </a:t>
            </a:r>
            <a:r>
              <a:rPr lang="en-US" dirty="0"/>
              <a:t>//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CREATE </a:t>
            </a:r>
            <a:r>
              <a:rPr lang="en-US" dirty="0">
                <a:solidFill>
                  <a:srgbClr val="FF0000"/>
                </a:solidFill>
              </a:rPr>
              <a:t>TRIGGER</a:t>
            </a:r>
            <a:r>
              <a:rPr lang="en-US" dirty="0"/>
              <a:t> </a:t>
            </a:r>
            <a:r>
              <a:rPr lang="en-US" dirty="0" err="1"/>
              <a:t>upd_check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BEFORE UPDATE ON </a:t>
            </a:r>
            <a:r>
              <a:rPr lang="en-US" dirty="0" err="1" smtClean="0"/>
              <a:t>alumnos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smtClean="0"/>
              <a:t> </a:t>
            </a:r>
            <a:r>
              <a:rPr lang="en-US" dirty="0">
                <a:solidFill>
                  <a:srgbClr val="0070C0"/>
                </a:solidFill>
              </a:rPr>
              <a:t>FOR EACH ROW</a:t>
            </a:r>
          </a:p>
          <a:p>
            <a:r>
              <a:rPr lang="en-US" dirty="0"/>
              <a:t>    </a:t>
            </a:r>
            <a:r>
              <a:rPr lang="en-US" dirty="0" smtClean="0">
                <a:solidFill>
                  <a:srgbClr val="0070C0"/>
                </a:solidFill>
              </a:rPr>
              <a:t>BEGIN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    </a:t>
            </a:r>
            <a:r>
              <a:rPr lang="en-US" dirty="0" smtClean="0"/>
              <a:t>     </a:t>
            </a:r>
            <a:r>
              <a:rPr lang="en-US" dirty="0"/>
              <a:t>IF </a:t>
            </a:r>
            <a:r>
              <a:rPr lang="en-US" dirty="0" err="1" smtClean="0"/>
              <a:t>NEW.edad</a:t>
            </a:r>
            <a:r>
              <a:rPr lang="en-US" dirty="0" smtClean="0"/>
              <a:t> </a:t>
            </a:r>
            <a:r>
              <a:rPr lang="en-US" dirty="0"/>
              <a:t>&lt; 0 THEN</a:t>
            </a:r>
          </a:p>
          <a:p>
            <a:r>
              <a:rPr lang="en-US" dirty="0"/>
              <a:t>    </a:t>
            </a:r>
            <a:r>
              <a:rPr lang="en-US" dirty="0" smtClean="0"/>
              <a:t>        </a:t>
            </a:r>
            <a:r>
              <a:rPr lang="en-US" dirty="0"/>
              <a:t>SET </a:t>
            </a:r>
            <a:r>
              <a:rPr lang="en-US" dirty="0" err="1" smtClean="0"/>
              <a:t>NEW.edad</a:t>
            </a:r>
            <a:r>
              <a:rPr lang="en-US" dirty="0" smtClean="0"/>
              <a:t> </a:t>
            </a:r>
            <a:r>
              <a:rPr lang="en-US" dirty="0"/>
              <a:t>= 0;</a:t>
            </a:r>
          </a:p>
          <a:p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ELSEIF </a:t>
            </a:r>
            <a:r>
              <a:rPr lang="en-US" dirty="0" err="1" smtClean="0"/>
              <a:t>NEW.edad</a:t>
            </a:r>
            <a:r>
              <a:rPr lang="en-US" dirty="0" smtClean="0"/>
              <a:t> </a:t>
            </a:r>
            <a:r>
              <a:rPr lang="en-US" dirty="0"/>
              <a:t>&gt; 100 THEN</a:t>
            </a:r>
          </a:p>
          <a:p>
            <a:r>
              <a:rPr lang="en-US" dirty="0"/>
              <a:t>    </a:t>
            </a:r>
            <a:r>
              <a:rPr lang="en-US" dirty="0" smtClean="0"/>
              <a:t>        </a:t>
            </a:r>
            <a:r>
              <a:rPr lang="en-US" dirty="0"/>
              <a:t>SET </a:t>
            </a:r>
            <a:r>
              <a:rPr lang="en-US" dirty="0" err="1" smtClean="0"/>
              <a:t>NEW.edad</a:t>
            </a:r>
            <a:r>
              <a:rPr lang="en-US" dirty="0" smtClean="0"/>
              <a:t> </a:t>
            </a:r>
            <a:r>
              <a:rPr lang="en-US" dirty="0"/>
              <a:t>= 100;</a:t>
            </a:r>
          </a:p>
          <a:p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END IF;</a:t>
            </a: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smtClean="0">
                <a:solidFill>
                  <a:srgbClr val="0070C0"/>
                </a:solidFill>
              </a:rPr>
              <a:t>END</a:t>
            </a:r>
            <a:r>
              <a:rPr lang="en-US" dirty="0">
                <a:solidFill>
                  <a:srgbClr val="0070C0"/>
                </a:solidFill>
              </a:rPr>
              <a:t>;</a:t>
            </a:r>
            <a:r>
              <a:rPr lang="en-US" dirty="0"/>
              <a:t> </a:t>
            </a:r>
            <a:r>
              <a:rPr lang="en-US" dirty="0" smtClean="0"/>
              <a:t>//</a:t>
            </a:r>
          </a:p>
          <a:p>
            <a:r>
              <a:rPr lang="en-US" dirty="0"/>
              <a:t>d</a:t>
            </a:r>
            <a:r>
              <a:rPr lang="en-US" dirty="0" smtClean="0"/>
              <a:t>elimiter 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9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363</Words>
  <Application>Microsoft Office PowerPoint</Application>
  <PresentationFormat>Presentación en pantalla (4:3)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Tema de Office</vt:lpstr>
      <vt:lpstr>Triggers</vt:lpstr>
      <vt:lpstr>Creating Triggers</vt:lpstr>
      <vt:lpstr>Trigger Limitations</vt:lpstr>
      <vt:lpstr>Disabling Triggers</vt:lpstr>
      <vt:lpstr>Sample</vt:lpstr>
      <vt:lpstr>Tablas de los Triggers</vt:lpstr>
      <vt:lpstr>La primera tabla (inserted) </vt:lpstr>
      <vt:lpstr>la segunda (deleted), </vt:lpstr>
      <vt:lpstr>Ejemplo</vt:lpstr>
      <vt:lpstr>Ejemplo</vt:lpstr>
      <vt:lpstr>Ejemplo</vt:lpstr>
      <vt:lpstr>Ejemplo de Desactivar un desencadenador</vt:lpstr>
      <vt:lpstr>Ejemplo de Borrar un trigger</vt:lpstr>
      <vt:lpstr>Sample:</vt:lpstr>
      <vt:lpstr>Sample:</vt:lpstr>
      <vt:lpstr>Desencadenadores en mysql</vt:lpstr>
      <vt:lpstr>Tablas asociadas con el disparador</vt:lpstr>
      <vt:lpstr>Ejemplo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Triggers</dc:title>
  <dc:creator>Juan</dc:creator>
  <cp:lastModifiedBy>Juan</cp:lastModifiedBy>
  <cp:revision>21</cp:revision>
  <dcterms:created xsi:type="dcterms:W3CDTF">2008-07-06T04:26:56Z</dcterms:created>
  <dcterms:modified xsi:type="dcterms:W3CDTF">2019-11-20T18:57:19Z</dcterms:modified>
</cp:coreProperties>
</file>