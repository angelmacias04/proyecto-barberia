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241" y="2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8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92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633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8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4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13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0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1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8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35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BB073-85A6-4054-BD3A-EE00548816F9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CDA61-A65D-4410-9E14-C9A43DED39B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7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Procedimientos almacenados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140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Sintaxis en </a:t>
            </a:r>
            <a:r>
              <a:rPr lang="es-MX" dirty="0" err="1" smtClean="0"/>
              <a:t>mysql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 PROCEDURE </a:t>
            </a:r>
            <a:r>
              <a:rPr lang="en-US" dirty="0" err="1" smtClean="0"/>
              <a:t>Nombre_procedimiento</a:t>
            </a:r>
            <a:r>
              <a:rPr lang="en-US" dirty="0"/>
              <a:t> (IN </a:t>
            </a:r>
            <a:r>
              <a:rPr lang="en-US" dirty="0" err="1" smtClean="0"/>
              <a:t>parametro</a:t>
            </a:r>
            <a:r>
              <a:rPr lang="en-US" dirty="0"/>
              <a:t> INT)</a:t>
            </a:r>
          </a:p>
          <a:p>
            <a:r>
              <a:rPr lang="en-US" dirty="0" smtClean="0"/>
              <a:t>BEGIN</a:t>
            </a:r>
            <a:endParaRPr lang="en-US" dirty="0"/>
          </a:p>
          <a:p>
            <a:r>
              <a:rPr lang="en-US" dirty="0" smtClean="0"/>
              <a:t> 	SELECT</a:t>
            </a:r>
            <a:r>
              <a:rPr lang="en-US" dirty="0"/>
              <a:t> * FROM </a:t>
            </a:r>
            <a:r>
              <a:rPr lang="en-US" dirty="0" err="1" smtClean="0"/>
              <a:t>tabla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 smtClean="0"/>
              <a:t>END</a:t>
            </a:r>
            <a:endParaRPr lang="en-US" dirty="0"/>
          </a:p>
          <a:p>
            <a:endParaRPr lang="es-MX" dirty="0" smtClean="0"/>
          </a:p>
          <a:p>
            <a:endParaRPr lang="es-MX" dirty="0"/>
          </a:p>
          <a:p>
            <a:r>
              <a:rPr lang="es-MX" dirty="0" smtClean="0"/>
              <a:t>Llamada al procedimiento</a:t>
            </a:r>
          </a:p>
          <a:p>
            <a:r>
              <a:rPr lang="es-MX" dirty="0" err="1" smtClean="0"/>
              <a:t>Call</a:t>
            </a:r>
            <a:r>
              <a:rPr lang="es-MX" dirty="0" smtClean="0"/>
              <a:t> </a:t>
            </a:r>
            <a:r>
              <a:rPr lang="en-US" dirty="0" err="1" smtClean="0"/>
              <a:t>Nombre_procedimiento</a:t>
            </a:r>
            <a:r>
              <a:rPr lang="en-US" smtClean="0"/>
              <a:t>(parametron)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17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Ejemplo: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08543" y="1825625"/>
            <a:ext cx="11319979" cy="4351338"/>
          </a:xfrm>
        </p:spPr>
        <p:txBody>
          <a:bodyPr>
            <a:normAutofit/>
          </a:bodyPr>
          <a:lstStyle/>
          <a:p>
            <a:r>
              <a:rPr lang="es-MX" sz="3600" dirty="0" err="1" smtClean="0"/>
              <a:t>Delimiter</a:t>
            </a:r>
            <a:r>
              <a:rPr lang="es-MX" sz="3600" dirty="0" smtClean="0"/>
              <a:t> *;</a:t>
            </a:r>
            <a:endParaRPr lang="en-US" sz="3600" dirty="0" smtClean="0"/>
          </a:p>
          <a:p>
            <a:r>
              <a:rPr lang="en-US" sz="3600" dirty="0" err="1" smtClean="0"/>
              <a:t>MariaDB</a:t>
            </a:r>
            <a:r>
              <a:rPr lang="en-US" sz="3600" dirty="0" smtClean="0"/>
              <a:t> </a:t>
            </a:r>
            <a:r>
              <a:rPr lang="en-US" sz="3600" dirty="0"/>
              <a:t>[</a:t>
            </a:r>
            <a:r>
              <a:rPr lang="en-US" sz="3600" dirty="0" err="1"/>
              <a:t>sistec</a:t>
            </a:r>
            <a:r>
              <a:rPr lang="en-US" sz="3600" dirty="0"/>
              <a:t>]&gt; create procedure suma2(x </a:t>
            </a:r>
            <a:r>
              <a:rPr lang="en-US" sz="3600" dirty="0" err="1"/>
              <a:t>int</a:t>
            </a:r>
            <a:r>
              <a:rPr lang="en-US" sz="3600" dirty="0"/>
              <a:t>, y </a:t>
            </a:r>
            <a:r>
              <a:rPr lang="en-US" sz="3600" dirty="0" err="1"/>
              <a:t>int</a:t>
            </a:r>
            <a:r>
              <a:rPr lang="en-US" sz="3600" dirty="0"/>
              <a:t>)</a:t>
            </a:r>
          </a:p>
          <a:p>
            <a:r>
              <a:rPr lang="en-US" sz="3600" dirty="0"/>
              <a:t>    -&gt; begin</a:t>
            </a:r>
          </a:p>
          <a:p>
            <a:r>
              <a:rPr lang="en-US" sz="3600" dirty="0"/>
              <a:t>    -&gt; select </a:t>
            </a:r>
            <a:r>
              <a:rPr lang="en-US" sz="3600" dirty="0" err="1"/>
              <a:t>x+y</a:t>
            </a:r>
            <a:r>
              <a:rPr lang="en-US" sz="3600" dirty="0"/>
              <a:t> as </a:t>
            </a:r>
            <a:r>
              <a:rPr lang="en-US" sz="3600" dirty="0" err="1"/>
              <a:t>suma</a:t>
            </a:r>
            <a:r>
              <a:rPr lang="en-US" sz="3600" dirty="0"/>
              <a:t>;</a:t>
            </a:r>
          </a:p>
          <a:p>
            <a:r>
              <a:rPr lang="en-US" sz="3600" dirty="0"/>
              <a:t>    -&gt; end</a:t>
            </a:r>
          </a:p>
          <a:p>
            <a:r>
              <a:rPr lang="en-US" sz="3600" dirty="0"/>
              <a:t>    -&gt; </a:t>
            </a:r>
            <a:r>
              <a:rPr lang="en-US" sz="3600" dirty="0" smtClean="0"/>
              <a:t>*;</a:t>
            </a:r>
          </a:p>
          <a:p>
            <a:r>
              <a:rPr lang="en-US" sz="3600" dirty="0"/>
              <a:t> </a:t>
            </a:r>
            <a:r>
              <a:rPr lang="en-US" sz="3600" dirty="0" smtClean="0"/>
              <a:t>   </a:t>
            </a:r>
            <a:r>
              <a:rPr lang="en-US" sz="3200" dirty="0" smtClean="0"/>
              <a:t>-&gt; delimiter;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7321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Eventos automáticos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DELIMITER $$</a:t>
            </a:r>
          </a:p>
          <a:p>
            <a:r>
              <a:rPr lang="es-ES" dirty="0"/>
              <a:t> </a:t>
            </a:r>
          </a:p>
          <a:p>
            <a:r>
              <a:rPr lang="es-ES" dirty="0"/>
              <a:t>CREATE EVENT </a:t>
            </a:r>
            <a:r>
              <a:rPr lang="es-ES" dirty="0" err="1"/>
              <a:t>e_hourly</a:t>
            </a:r>
            <a:endParaRPr lang="es-ES" dirty="0"/>
          </a:p>
          <a:p>
            <a:r>
              <a:rPr lang="es-ES" dirty="0"/>
              <a:t>    ON SCHEDULE</a:t>
            </a:r>
          </a:p>
          <a:p>
            <a:r>
              <a:rPr lang="es-ES" dirty="0"/>
              <a:t>      EVERY 1 MINUTE  //Puedes escoger cada cuanto tiempo se ejecuta el evento </a:t>
            </a:r>
          </a:p>
          <a:p>
            <a:r>
              <a:rPr lang="es-ES" dirty="0"/>
              <a:t>    DO</a:t>
            </a:r>
          </a:p>
          <a:p>
            <a:r>
              <a:rPr lang="es-ES" dirty="0"/>
              <a:t>    BEGIN</a:t>
            </a:r>
          </a:p>
          <a:p>
            <a:r>
              <a:rPr lang="es-ES" dirty="0"/>
              <a:t>      DELETE FROM </a:t>
            </a:r>
            <a:r>
              <a:rPr lang="es-ES" dirty="0" err="1"/>
              <a:t>recordatorio_recordatorio</a:t>
            </a:r>
            <a:r>
              <a:rPr lang="es-ES" dirty="0"/>
              <a:t> WHERE UNIX_TIMESTAMP(`</a:t>
            </a:r>
            <a:r>
              <a:rPr lang="es-ES" dirty="0" err="1"/>
              <a:t>fecha_rec</a:t>
            </a:r>
            <a:r>
              <a:rPr lang="es-ES" dirty="0"/>
              <a:t>`) &lt; (UNIX_TIMESTAMP()-6*3600);</a:t>
            </a:r>
          </a:p>
          <a:p>
            <a:r>
              <a:rPr lang="es-ES" dirty="0"/>
              <a:t>         //Donde dice `</a:t>
            </a:r>
            <a:r>
              <a:rPr lang="es-ES" dirty="0" err="1"/>
              <a:t>fecha_rec</a:t>
            </a:r>
            <a:r>
              <a:rPr lang="es-ES" dirty="0"/>
              <a:t>` pones la columna de la fecha que tiene tu tabla y donde dice " -6*3600" es el tiempo que quieres definir para eliminar el registro (eliminar el registro si cumplió las 6 horas de estar subido) </a:t>
            </a:r>
          </a:p>
          <a:p>
            <a:r>
              <a:rPr lang="es-ES" dirty="0"/>
              <a:t>	END $$</a:t>
            </a:r>
          </a:p>
          <a:p>
            <a:r>
              <a:rPr lang="es-ES" dirty="0"/>
              <a:t>DELIMITER 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133</Words>
  <Application>Microsoft Office PowerPoint</Application>
  <PresentationFormat>Panorámica</PresentationFormat>
  <Paragraphs>30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Procedimientos almacenados</vt:lpstr>
      <vt:lpstr>Sintaxis en mysql</vt:lpstr>
      <vt:lpstr>Ejemplo:</vt:lpstr>
      <vt:lpstr>Eventos automáticos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Procedimientos almacenados</dc:title>
  <dc:creator>Juan</dc:creator>
  <cp:lastModifiedBy>Juan</cp:lastModifiedBy>
  <cp:revision>6</cp:revision>
  <dcterms:created xsi:type="dcterms:W3CDTF">2018-11-20T14:20:41Z</dcterms:created>
  <dcterms:modified xsi:type="dcterms:W3CDTF">2019-11-20T18:57:15Z</dcterms:modified>
</cp:coreProperties>
</file>